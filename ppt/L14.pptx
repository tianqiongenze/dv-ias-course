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压测实战：k6+Locust（企业导师日·阶段实作三）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L14 ｜ L5 部署运维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能力：独立完成压测并出报告（分析/评价层）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知识：容量工程与拐点法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情境：领导问'能扛多少人？'——不许说'大概'，拿数据说话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k6：场景化(browse ramping-vus / report constant-vus) + thresholds 门槛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Locust：Python 用户行为建模，headless 出分位报告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实测：350VU 20.6万req 0失败 p95=355ms；150用户 3894req 0失败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方法论：阶梯加压找拐点，拐点流量≥目标×1.5 才算余量合格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本次课工件：阶段实作三：农资接口压测报告（含瓶颈定位）（占10%）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六步法任务单同步填写（worksheets/L14）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费曼题：你的接口瓶颈在 CPU/DB/锁？证据是什么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