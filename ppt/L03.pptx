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数据底座：TiDB HTAP 与库表设计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L03 ｜ L2 数据底座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知识：TiDB 为什么能扛 1 亿行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知识：幂等唯一键设计</a:t>
            </a:r>
          </a:p>
          <a:p>
            <a:r>
              <a:rPr sz="1800" b="1">
                <a:solidFill>
                  <a:srgbClr val="0E7C7B"/>
                </a:solidFill>
              </a:rPr>
              <a:t>◆ 能力目标（应用/分析/评价/创造）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能力：为新场景设计规范 DDL（应用/创造层）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情境：产品经理要加'农资兑换'功能，第一个问题——表怎么建？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TiDB = 兼容 MySQL 协议的分布式 NewSQL：HTAP、在线扩缩、强一致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建表三规：自增主键、created_at 默认当前、业务幂等唯一键 uk_ref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索引意识：查什么建什么（village_code/state 常用组合）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反例讲评：字符串主键/缺时间戳/无索引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本次课工件：实作：设计农资兑换 3 张表（商品/兑换单/流水）+ DDL 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六步法任务单同步填写（worksheets/L03）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费曼题：幂等唯一键为什么能防重复发积分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