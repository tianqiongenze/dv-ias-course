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1 亿行数据从哪来：批量生成与预分裂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L04 ｜ L2 数据底座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知识：SHARD_ROW_ID_BITS 与 PRE_SPLIT_REGIONS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能力：会跑 K8s Job 并核验行数（应用层）</a:t>
            </a:r>
          </a:p>
          <a:p>
            <a:r>
              <a:rPr sz="1800" b="1">
                <a:solidFill>
                  <a:srgbClr val="0E7C7B"/>
                </a:solidFill>
              </a:rPr>
              <a:t>◆ 能力目标（应用/分析/评价/创造）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素质：生产操作红线意识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情境：测试部说'没有大数据测不出真问题'——给你 4 课时，把测试库灌到 1 亿行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K8s Job：跑完即止的批处理（bulk-gen3，4表×6线程）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SHARD_ROW_ID_BITS=4 打散行 id 热点；PRE_SPLIT_REGIONS=8 预分裂避免写热点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批量写入：executemany 8000行/批 + commit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红线：绝不在生产库 TRUNCATE/DROP，操作前必 kubectl get 确认 namespace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本次课工件：实作：跑 bulk-gen Job + 行数核验记录（COUNT=计划）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六步法任务单同步填写（worksheets/L04）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费曼题：预分裂为什么能防写热点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