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K8s 部署：从 Dockerfile 到 Deployment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L12 ｜ L5 部署运维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能力：独立完成服务上线（应用/创造层）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知识：探针/HPA/资源配额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情境：代码写完了——上线的仪式感：kubectl apply 那一刻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链路：Dockerfile→build→push 私有Registry→Deployment→Service→探针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探针事故：readiness 打在 GraphQL 端口返回400 → CrashLoop → 独立 /healthz:8081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资源三件套：requests/limits/priorityClassName；HPA CPU 60% 2→6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清单即文档：20-services.yaml 就是生产说明书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本次课工件：实作：农资服务 Deployment+Service+探针清单，pod Running 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费曼题：liveness 与 readiness 职责区别——配错了各会发生什么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