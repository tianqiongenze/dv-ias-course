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质量闭环：Playwright E2E 与融合测试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L15 ｜ L6 质量与交付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能力：写自动化 E2E 并全量回归（应用/评价层）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知识：测试金字塔与验收口径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情境：人工回归一次 2 小时，每次发版都提心吊胆——自动化吧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E2E 12 用例全景：三端渲染/登录/上报/流转/积分幂等/联邦/问答/拦截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测试金字塔：单元(快、多)→集成→E2E(慢、少、关键路径)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数据准备：1.058亿行背景数据让 E2E 更接近真实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验收口径：P0 100% / P1≥98%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本次课工件：实作：为农资场景写 3 条 E2E + 全量回归报告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六步法任务单同步填写（worksheets/L15）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费曼题：E2E 和单元测试各防什么问题——为什么不能全用 E2E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