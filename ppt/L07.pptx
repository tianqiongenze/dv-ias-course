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GraphQL Schema-first：SDL 契约设计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L07 ｜ L3 服务构建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知识：SDL 类型系统/mutation/query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能力：契约先行写 SDL（应用/创造层）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情境：前后端约好接口再开发——契约就是法律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Schema-first 流程：SDL→评审→生成/对照实现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type/Mutation/@key 实体声明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命名规约：camelCase 字段、reportEvent 动词开头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对照 DV-IAS：type GovernanceEvent @key(fields:"id")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本次课工件：实作：农资兑换 SDL（RedeemItem/RedeemOrder + redeem/confirmRedeem）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六步法任务单同步填写（worksheets/L07）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费曼题：@key 在联邦里的作用——没有它会怎样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