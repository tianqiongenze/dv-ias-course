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多级缓存与读写分离（阶段实作一）</a:t>
            </a:r>
          </a:p>
          <a:p>
            <a:r>
              <a:rPr sz="1600">
                <a:solidFill>
                  <a:srgbClr val="BED2E8"/>
                </a:solidFill>
              </a:rPr>
              <a:t>数字乡村综合服务平台项目实战 ｜ L05 ｜ L2 数据底座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学习目标（布鲁姆分层）</a:t>
            </a:r>
          </a:p>
          <a:p>
            <a:r>
              <a:rPr sz="1100">
                <a:solidFill>
                  <a:srgbClr val="BED2E8"/>
                </a:solidFill>
              </a:rPr>
              <a:t>L05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800" b="1">
                <a:solidFill>
                  <a:srgbClr val="0E7C7B"/>
                </a:solidFill>
              </a:rPr>
              <a:t>◆ 素质目标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知识：L1进程缓存/L2 Redis/网关微缓存</a:t>
            </a:r>
          </a:p>
          <a:p>
            <a:r>
              <a:rPr sz="1800" b="1">
                <a:solidFill>
                  <a:srgbClr val="0E7C7B"/>
                </a:solidFill>
              </a:rPr>
              <a:t>◆ 知识目标（记忆/理解）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能力：会加双层缓存并验证命中率（应用/分析层）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情境导入（资讯）</a:t>
            </a:r>
          </a:p>
          <a:p>
            <a:r>
              <a:rPr sz="1100">
                <a:solidFill>
                  <a:srgbClr val="BED2E8"/>
                </a:solidFill>
              </a:rPr>
              <a:t>德国双元制 · 完整行动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solidFill>
            <a:srgbClr val="F4F6F8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i="1">
                <a:solidFill>
                  <a:srgbClr val="1F3A5F"/>
                </a:solidFill>
              </a:rPr>
              <a:t>情境：积分榜接口被投诉'打开要 800ms'——压测证明 DB 成了瓶颈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本课任务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阅读引导文，回答 3 个关键提问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明确本次课要交付的工件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知识要点</a:t>
            </a:r>
          </a:p>
          <a:p>
            <a:r>
              <a:rPr sz="1100">
                <a:solidFill>
                  <a:srgbClr val="BED2E8"/>
                </a:solidFill>
              </a:rPr>
              <a:t>讲给你听 · 讲给别人听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核心内容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读路径：L1 TTL(进程内) → L2 Redis Cluster → TiDB 读池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三防：单飞锁(singleflight)防击穿 / TTL±20%抖动防雪崩 / 空值缓存防穿透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读写分离：双连接池 rw/ro 双账号（本轮 MVP 账号级）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命中率验收线：≥90%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动手实作（计划→决策→实施）</a:t>
            </a:r>
          </a:p>
          <a:p>
            <a:r>
              <a:rPr sz="1100">
                <a:solidFill>
                  <a:srgbClr val="BED2E8"/>
                </a:solidFill>
              </a:rPr>
              <a:t>产出即证明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solidFill>
            <a:srgbClr val="FDF0E7"/>
          </a:solidFill>
          <a:ln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86A33"/>
                </a:solidFill>
              </a:rPr>
              <a:t>★ 本次课工件：阶段实作一：为积分榜加双层缓存，压测命中率≥90%（占10%）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实施要求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六步法任务单同步填写（worksheets/L05）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自检表全项通过才算完成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同伴走查后签字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费曼学习环节（15分钟）</a:t>
            </a:r>
          </a:p>
          <a:p>
            <a:r>
              <a:rPr sz="1100">
                <a:solidFill>
                  <a:srgbClr val="BED2E8"/>
                </a:solidFill>
              </a:rPr>
              <a:t>讲不清 = 没学会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solidFill>
            <a:srgbClr val="E8F4F1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E7C7B"/>
                </a:solidFill>
              </a:rPr>
              <a:t>★ 费曼题：缓存击穿/雪崩/穿透三者区别与对策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规程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两人一组：讲3分钟→听众提1个'为什么'→填费曼卡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卡点登记≥2次的概念：下节课开头重讲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小结与检查</a:t>
            </a:r>
          </a:p>
          <a:p>
            <a:r>
              <a:rPr sz="1100">
                <a:solidFill>
                  <a:srgbClr val="BED2E8"/>
                </a:solidFill>
              </a:rPr>
              <a:t>检查(Evaluieren) → 评价(Bewerten)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本次课小结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对照学习目标自检：知识讲得出 / 工件交得出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任务单 + 费曼卡下课前提交（成长档案）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下次课预告：见授课计划（docs/02）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课程仓库：随项目更新自动同步（sync/）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