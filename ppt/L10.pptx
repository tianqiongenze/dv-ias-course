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国密落地：SM3 与 SM4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L10 ｜ L4 安全合规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知识：SM3 口令派生/SM4-GCM 字段加密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能力：为敏感字段加国密保护（应用层）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情境：等保测评师在场：'手机号明文存储？一票否决'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登录链路：phone_hash=SM3(phone) 查行；password_hash=SM3-PBKDF2(10000轮)；phone_enc=SM4-GCM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为什么口令不能 SM3 一轮：彩虹表→必须加盐+迭代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SM4-GCM：认证加密（nonce+tag），密钥来自 K8s Secret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合规红线：身份证/位置/健康字段单独库+单独授权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本次课工件：实作：农资兑换联系人手机号 SM4 加密改造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六步法任务单同步填写（worksheets/L10）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费曼题：SM3 哈希查行 vs SM4 加密存储——为什么手机号要两样都做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