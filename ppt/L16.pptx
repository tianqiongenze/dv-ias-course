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综合答辩与双元评价（企业导师日）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L16 ｜ L6 质量与交付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评价：能按验收标准陈述与答辩（评价/创造层）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情境：今天你是乙方，评委是甲方+监理——按企业验收来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答辩结构：功能演示4min + 架构讲述2min + 数据与测试2min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评分：功能40/工程30/表达15/应变15；企业导师一票否决制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必答题类型：故障应急（如：网关全400你第一步做什么）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课程闭环：优秀作品进入课程案例库，反哺下一期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本次课工件：产出：答辩 PPT + 双元验收单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六步法任务单同步填写（worksheets/L16）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费曼题（压轴）：把整个项目讲给'完全外行'听懂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