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架构解码：1+1+N 与 GraphQL Federation</a:t>
            </a:r>
          </a:p>
          <a:p>
            <a:r>
              <a:rPr sz="1600">
                <a:solidFill>
                  <a:srgbClr val="BED2E8"/>
                </a:solidFill>
              </a:rPr>
              <a:t>数字乡村综合服务平台项目实战 ｜ L02 ｜ L1 走进项目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学习目标（布鲁姆分层）</a:t>
            </a:r>
          </a:p>
          <a:p>
            <a:r>
              <a:rPr sz="1100">
                <a:solidFill>
                  <a:srgbClr val="BED2E8"/>
                </a:solidFill>
              </a:rPr>
              <a:t>L02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800" b="1">
                <a:solidFill>
                  <a:srgbClr val="0E7C7B"/>
                </a:solidFill>
              </a:rPr>
              <a:t>◆ 素质目标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444444"/>
                </a:solidFill>
              </a:rPr>
              <a:t>知识：BDAT 四架构与 8 个子图</a:t>
            </a:r>
          </a:p>
          <a:p>
            <a:r>
              <a:rPr sz="1800" b="1">
                <a:solidFill>
                  <a:srgbClr val="0E7C7B"/>
                </a:solidFill>
              </a:rPr>
              <a:t>◆ 知识目标（记忆/理解）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444444"/>
                </a:solidFill>
              </a:rPr>
              <a:t>知识：Federation 实体/@key/_resolve_reference</a:t>
            </a:r>
          </a:p>
          <a:p>
            <a:r>
              <a:rPr sz="1800" b="1">
                <a:solidFill>
                  <a:srgbClr val="0E7C7B"/>
                </a:solidFill>
              </a:rPr>
              <a:t>◆ 能力目标（应用/分析/评价/创造）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444444"/>
                </a:solidFill>
              </a:rPr>
              <a:t>能力：能独立画出架构图并解释数据流（分析层）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情境导入（资讯）</a:t>
            </a:r>
          </a:p>
          <a:p>
            <a:r>
              <a:rPr sz="1100">
                <a:solidFill>
                  <a:srgbClr val="BED2E8"/>
                </a:solidFill>
              </a:rPr>
              <a:t>德国双元制 · 完整行动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1463040"/>
          </a:xfrm>
          <a:prstGeom prst="rect">
            <a:avLst/>
          </a:prstGeom>
          <a:solidFill>
            <a:srgbClr val="F4F6F8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i="1">
                <a:solidFill>
                  <a:srgbClr val="1F3A5F"/>
                </a:solidFill>
              </a:rPr>
              <a:t>情境：入职第 2 天，架构师休假前只留给你一句话：'先画图，画对了再动手'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1089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A5F"/>
                </a:solidFill>
              </a:rPr>
              <a:t>本课任务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阅读引导文，回答 3 个关键提问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明确本次课要交付的工件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知识要点</a:t>
            </a:r>
          </a:p>
          <a:p>
            <a:r>
              <a:rPr sz="1100">
                <a:solidFill>
                  <a:srgbClr val="BED2E8"/>
                </a:solidFill>
              </a:rPr>
              <a:t>讲给你听 · 讲给别人听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A5F"/>
                </a:solidFill>
              </a:rPr>
              <a:t>核心内容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</a:rPr>
              <a:t>• 1+1+N = 1个数字底座 + 1个指挥中枢 + N个场景应用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</a:rPr>
              <a:t>• GraphQL Federation：schema 合并、实体跨子图组合（party+pointsAccount 一次查询）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</a:rPr>
              <a:t>• 为什么不是单体 REST：限界上下文/独立部署/按需取数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444444"/>
                </a:solidFill>
              </a:rPr>
              <a:t>• 读图：请求→网关(鉴权/限流)→子图→TiDB/Redis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动手实作（计划→决策→实施）</a:t>
            </a:r>
          </a:p>
          <a:p>
            <a:r>
              <a:rPr sz="1100">
                <a:solidFill>
                  <a:srgbClr val="BED2E8"/>
                </a:solidFill>
              </a:rPr>
              <a:t>产出即证明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2011680"/>
          </a:xfrm>
          <a:prstGeom prst="rect">
            <a:avLst/>
          </a:prstGeom>
          <a:solidFill>
            <a:srgbClr val="FDF0E7"/>
          </a:solidFill>
          <a:ln>
            <a:solidFill>
              <a:srgbClr val="E86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E86A33"/>
                </a:solidFill>
              </a:rPr>
              <a:t>★ 本次课工件：实作：画 DV-IAS 架构图 v1（8 子图+网关+存储+数据流）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A5F"/>
                </a:solidFill>
              </a:rPr>
              <a:t>实施要求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六步法任务单同步填写（worksheets/L02）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自检表全项通过才算完成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同伴走查后签字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费曼学习环节（15分钟）</a:t>
            </a:r>
          </a:p>
          <a:p>
            <a:r>
              <a:rPr sz="1100">
                <a:solidFill>
                  <a:srgbClr val="BED2E8"/>
                </a:solidFill>
              </a:rPr>
              <a:t>讲不清 = 没学会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1371600"/>
          </a:xfrm>
          <a:prstGeom prst="rect">
            <a:avLst/>
          </a:prstGeom>
          <a:solidFill>
            <a:srgbClr val="E8F4F1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E7C7B"/>
                </a:solidFill>
              </a:rPr>
              <a:t>★ 费曼题：讲清一个请求从 H5 到数据库的完整旅程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175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A5F"/>
                </a:solidFill>
              </a:rPr>
              <a:t>规程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两人一组：讲3分钟→听众提1个'为什么'→填费曼卡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卡点登记≥2次的概念：下节课开头重讲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小结与检查</a:t>
            </a:r>
          </a:p>
          <a:p>
            <a:r>
              <a:rPr sz="1100">
                <a:solidFill>
                  <a:srgbClr val="BED2E8"/>
                </a:solidFill>
              </a:rPr>
              <a:t>检查(Evaluieren) → 评价(Bewerten)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3A5F"/>
                </a:solidFill>
              </a:rPr>
              <a:t>本次课小结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对照学习目标自检：知识讲得出 / 工件交得出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任务单 + 费曼卡下课前提交（成长档案）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下次课预告：见授课计划（docs/02）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444444"/>
                </a:solidFill>
              </a:rPr>
              <a:t>• 课程仓库：随项目更新自动同步（sync/）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