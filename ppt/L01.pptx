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开班与项目全景：数字乡村为什么做、做什么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L01 ｜ L1 走进项目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素质：数字乡村振兴使命感、企业守则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知识：DV-IAS 三大端与 1+1+N 定位</a:t>
            </a:r>
          </a:p>
          <a:p>
            <a:r>
              <a:rPr sz="1800" b="1">
                <a:solidFill>
                  <a:srgbClr val="0E7C7B"/>
                </a:solidFill>
              </a:rPr>
              <a:t>◆ 能力目标（应用/分析/评价/创造）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能力：能画出平台全景认知图（理解层）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情境：你们是 DV-IAS 第 2 期迭代的新员工，第 1 个任务是在 4 课时内看懂这个已上线的系统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成果参观：大屏 / H5 / 压测报告 0 失败——这不是 PPT 项目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找茬活动：原始建设方案 5 大缺陷（无量化需求/无选型/区块链提法/无GPU评估/等保一句话）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组队：4人小队，角色 PO/后端/前端/测试，签小队章程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企业守则：文档、代码、账号密码不得外传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本次课工件：实作：小队章程 + 全景认知图（三大端→用户→核心功能）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六步法任务单同步填写（worksheets/L01）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费曼题：向搭档讲清平台三大端各给谁用、解决什么问题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