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联邦网关与跨域组合（企业导师日）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L09 ｜ L3 服务构建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分析：生产事故复盘方法论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评价：能判断自己的实体是否被正确组合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情境：一次真实的深夜告警——网关突然 400，所有跨域查询失败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事故链复盘：现象(400)→排查(_service.sdl 无 Party)→根因(未引用实体不进SDL)→修复(Schema(types=[Party]))→沉淀(冒烟加SDL断言)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实体可见性三条件：@key声明 + 被引用或显式注册 + _resolve_reference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网关组合失败=全站故障：探针与组合解耦（/healthz 独立 8081）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本次课工件：实作：农资子图接入 gw，演示 party+redeem 跨域查询录屏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六步法任务单同步填写（worksheets/L09）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费曼题：把这次事故用'现象-根因-修复-预防'讲给搭档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